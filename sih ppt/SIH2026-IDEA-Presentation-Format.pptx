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 showSpecialPlsOnTitleSld="0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384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36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36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p1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97" name="Google Shape;9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p2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09" name="Google Shape;10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0" name="Google Shape;110;p3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21" name="Google Shape;12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4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33" name="Google Shape;13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5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45" name="Google Shape;145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6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"/>
            <a:headEnd len="sm" w="sm" type="none"/>
            <a:tailEnd len="sm" w="sm" type="none"/>
          </a:ln>
        </p:spPr>
      </p:sp>
      <p:sp>
        <p:nvSpPr>
          <p:cNvPr id="157" name="Google Shape;157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7:notes"/>
          <p:cNvSpPr txBox="1"/>
          <p:nvPr>
            <p:ph idx="12" type="sldNum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Calibri"/>
              <a:buNone/>
            </a:pPr>
            <a:fld id="{00000000-1234-1234-1234-123412341234}" type="slidenum">
              <a:rPr b="0" i="0" lang="en-US" sz="1200" u="none" cap="none" strike="noStrike">
                <a:solidFill>
                  <a:srgbClr val="000000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"/>
          <p:cNvSpPr txBox="1"/>
          <p:nvPr>
            <p:ph type="ctrTitle"/>
          </p:nvPr>
        </p:nvSpPr>
        <p:spPr>
          <a:xfrm>
            <a:off x="914400" y="2130428"/>
            <a:ext cx="103632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2"/>
          <p:cNvSpPr txBox="1"/>
          <p:nvPr>
            <p:ph idx="1" type="subTitle"/>
          </p:nvPr>
        </p:nvSpPr>
        <p:spPr>
          <a:xfrm>
            <a:off x="1828800" y="3886200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2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2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3"/>
          <p:cNvSpPr txBox="1"/>
          <p:nvPr>
            <p:ph idx="1" type="body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3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3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4"/>
          <p:cNvSpPr txBox="1"/>
          <p:nvPr>
            <p:ph type="title"/>
          </p:nvPr>
        </p:nvSpPr>
        <p:spPr>
          <a:xfrm>
            <a:off x="963084" y="4406903"/>
            <a:ext cx="103632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4000" cap="none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4"/>
          <p:cNvSpPr txBox="1"/>
          <p:nvPr>
            <p:ph idx="1" type="body"/>
          </p:nvPr>
        </p:nvSpPr>
        <p:spPr>
          <a:xfrm>
            <a:off x="963084" y="2906713"/>
            <a:ext cx="103632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4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4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5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5"/>
          <p:cNvSpPr txBox="1"/>
          <p:nvPr>
            <p:ph idx="1" type="body"/>
          </p:nvPr>
        </p:nvSpPr>
        <p:spPr>
          <a:xfrm>
            <a:off x="609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5"/>
          <p:cNvSpPr txBox="1"/>
          <p:nvPr>
            <p:ph idx="2" type="body"/>
          </p:nvPr>
        </p:nvSpPr>
        <p:spPr>
          <a:xfrm>
            <a:off x="6197600" y="1600203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6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6"/>
          <p:cNvSpPr txBox="1"/>
          <p:nvPr>
            <p:ph idx="1" type="body"/>
          </p:nvPr>
        </p:nvSpPr>
        <p:spPr>
          <a:xfrm>
            <a:off x="609600" y="1535113"/>
            <a:ext cx="5386917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6"/>
          <p:cNvSpPr txBox="1"/>
          <p:nvPr>
            <p:ph idx="2" type="body"/>
          </p:nvPr>
        </p:nvSpPr>
        <p:spPr>
          <a:xfrm>
            <a:off x="609600" y="2174875"/>
            <a:ext cx="5386917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6"/>
          <p:cNvSpPr txBox="1"/>
          <p:nvPr>
            <p:ph idx="3" type="body"/>
          </p:nvPr>
        </p:nvSpPr>
        <p:spPr>
          <a:xfrm>
            <a:off x="6193369" y="1535113"/>
            <a:ext cx="5389033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6"/>
          <p:cNvSpPr txBox="1"/>
          <p:nvPr>
            <p:ph idx="4" type="body"/>
          </p:nvPr>
        </p:nvSpPr>
        <p:spPr>
          <a:xfrm>
            <a:off x="6193369" y="2174875"/>
            <a:ext cx="5389033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8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8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8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9"/>
          <p:cNvSpPr txBox="1"/>
          <p:nvPr>
            <p:ph type="title"/>
          </p:nvPr>
        </p:nvSpPr>
        <p:spPr>
          <a:xfrm>
            <a:off x="609602" y="273050"/>
            <a:ext cx="4011084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" type="body"/>
          </p:nvPr>
        </p:nvSpPr>
        <p:spPr>
          <a:xfrm>
            <a:off x="4766733" y="273053"/>
            <a:ext cx="6815667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61" name="Google Shape;61;p9"/>
          <p:cNvSpPr txBox="1"/>
          <p:nvPr>
            <p:ph idx="2" type="body"/>
          </p:nvPr>
        </p:nvSpPr>
        <p:spPr>
          <a:xfrm>
            <a:off x="609602" y="1435103"/>
            <a:ext cx="4011084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2" name="Google Shape;62;p9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9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9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0"/>
          <p:cNvSpPr txBox="1"/>
          <p:nvPr>
            <p:ph type="title"/>
          </p:nvPr>
        </p:nvSpPr>
        <p:spPr>
          <a:xfrm>
            <a:off x="2389717" y="4800600"/>
            <a:ext cx="73152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sz="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/>
          <p:nvPr>
            <p:ph idx="2" type="pic"/>
          </p:nvPr>
        </p:nvSpPr>
        <p:spPr>
          <a:xfrm>
            <a:off x="2389717" y="612775"/>
            <a:ext cx="73152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8" name="Google Shape;68;p10"/>
          <p:cNvSpPr txBox="1"/>
          <p:nvPr>
            <p:ph idx="1" type="body"/>
          </p:nvPr>
        </p:nvSpPr>
        <p:spPr>
          <a:xfrm>
            <a:off x="2389717" y="5367338"/>
            <a:ext cx="73152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9" name="Google Shape;69;p10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0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1" name="Google Shape;71;p10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4" name="Google Shape;74;p11"/>
          <p:cNvSpPr txBox="1"/>
          <p:nvPr>
            <p:ph idx="1" type="body"/>
          </p:nvPr>
        </p:nvSpPr>
        <p:spPr>
          <a:xfrm rot="5400000">
            <a:off x="3580606" y="-1875631"/>
            <a:ext cx="5030788" cy="1097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5" name="Google Shape;75;p11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1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7" name="Google Shape;77;p11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/>
          <p:nvPr>
            <p:ph type="title"/>
          </p:nvPr>
        </p:nvSpPr>
        <p:spPr>
          <a:xfrm rot="5400000">
            <a:off x="7285038" y="1828804"/>
            <a:ext cx="5851525" cy="2743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2"/>
          <p:cNvSpPr txBox="1"/>
          <p:nvPr>
            <p:ph idx="1" type="body"/>
          </p:nvPr>
        </p:nvSpPr>
        <p:spPr>
          <a:xfrm rot="5400000">
            <a:off x="1697038" y="-812796"/>
            <a:ext cx="5851525" cy="8026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81" name="Google Shape;81;p12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2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2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algn="r">
              <a:spcBef>
                <a:spcPts val="0"/>
              </a:spcBef>
              <a:spcAft>
                <a:spcPts val="0"/>
              </a:spcAft>
              <a:buNone/>
              <a:defRPr sz="1200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lvl="2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lvl="3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lvl="4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lvl="5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lvl="6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lvl="7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lvl="8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4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609600" y="1095375"/>
            <a:ext cx="10972800" cy="5030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1pPr>
            <a:lvl2pPr indent="0" lvl="1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2pPr>
            <a:lvl3pPr indent="0" lvl="2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3pPr>
            <a:lvl4pPr indent="0" lvl="3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4pPr>
            <a:lvl5pPr indent="0" lvl="4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5pPr>
            <a:lvl6pPr indent="0" lvl="5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6pPr>
            <a:lvl7pPr indent="0" lvl="6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7pPr>
            <a:lvl8pPr indent="0" lvl="7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8pPr>
            <a:lvl9pPr indent="0" lvl="8" marL="0" marR="0" rtl="0" algn="r">
              <a:spcBef>
                <a:spcPts val="0"/>
              </a:spcBef>
              <a:spcAft>
                <a:spcPts val="0"/>
              </a:spcAft>
              <a:buNone/>
              <a:defRPr b="0" i="0" sz="1200" u="none" cap="none" strike="noStrike">
                <a:solidFill>
                  <a:srgbClr val="898989"/>
                </a:solidFill>
                <a:latin typeface="Oswald"/>
                <a:ea typeface="Oswald"/>
                <a:cs typeface="Oswald"/>
                <a:sym typeface="Oswald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/>
          <p:nvPr/>
        </p:nvSpPr>
        <p:spPr>
          <a:xfrm>
            <a:off x="1524000" y="0"/>
            <a:ext cx="9144000" cy="6858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9" name="Google Shape;89;p13"/>
          <p:cNvSpPr/>
          <p:nvPr/>
        </p:nvSpPr>
        <p:spPr>
          <a:xfrm>
            <a:off x="5656780" y="851521"/>
            <a:ext cx="4638605" cy="5154967"/>
          </a:xfrm>
          <a:custGeom>
            <a:rect b="b" l="l" r="r" t="t"/>
            <a:pathLst>
              <a:path extrusionOk="0" h="5154967" w="6184806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rgbClr val="7F7F7F">
              <a:alpha val="14902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90" name="Google Shape;90;p13"/>
          <p:cNvPicPr preferRelativeResize="0"/>
          <p:nvPr/>
        </p:nvPicPr>
        <p:blipFill rotWithShape="1">
          <a:blip r:embed="rId3">
            <a:alphaModFix/>
          </a:blip>
          <a:srcRect b="0" l="0" r="59916" t="0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13"/>
          <p:cNvSpPr txBox="1"/>
          <p:nvPr>
            <p:ph idx="1" type="subTitle"/>
          </p:nvPr>
        </p:nvSpPr>
        <p:spPr>
          <a:xfrm>
            <a:off x="1245686" y="648614"/>
            <a:ext cx="85344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</a:pPr>
            <a:r>
              <a:t/>
            </a:r>
            <a:endParaRPr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  <a:p>
            <a:pPr indent="0" lvl="0" marL="0" rtl="0" algn="ctr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None/>
            </a:pPr>
            <a:r>
              <a:rPr b="1" lang="en-US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TITLE PAGE</a:t>
            </a:r>
            <a:endParaRPr b="1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92" name="Google Shape;92;p13"/>
          <p:cNvSpPr txBox="1"/>
          <p:nvPr>
            <p:ph type="ctrTitle"/>
          </p:nvPr>
        </p:nvSpPr>
        <p:spPr>
          <a:xfrm>
            <a:off x="331286" y="-526757"/>
            <a:ext cx="10363200" cy="20764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4000">
                <a:solidFill>
                  <a:schemeClr val="dk2"/>
                </a:solidFill>
                <a:latin typeface="Garamond"/>
                <a:ea typeface="Garamond"/>
                <a:cs typeface="Garamond"/>
                <a:sym typeface="Garamond"/>
              </a:rPr>
              <a:t>SMART INDIA HACKATHON 2026</a:t>
            </a:r>
            <a:endParaRPr b="1" sz="4000">
              <a:solidFill>
                <a:schemeClr val="dk2"/>
              </a:solidFill>
              <a:latin typeface="Garamond"/>
              <a:ea typeface="Garamond"/>
              <a:cs typeface="Garamond"/>
              <a:sym typeface="Garamond"/>
            </a:endParaRPr>
          </a:p>
        </p:txBody>
      </p:sp>
      <p:sp>
        <p:nvSpPr>
          <p:cNvPr id="93" name="Google Shape;93;p13"/>
          <p:cNvSpPr txBox="1"/>
          <p:nvPr/>
        </p:nvSpPr>
        <p:spPr>
          <a:xfrm>
            <a:off x="331286" y="2076450"/>
            <a:ext cx="5924700" cy="443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Problem Statement ID –SIH26183</a:t>
            </a:r>
            <a:endParaRPr/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Problem Statement Title-</a:t>
            </a:r>
            <a:endParaRPr/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Theme-</a:t>
            </a:r>
            <a:endParaRPr/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PS Category- Software/Hardware</a:t>
            </a:r>
            <a:endParaRPr/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Team ID-</a:t>
            </a:r>
            <a:endParaRPr/>
          </a:p>
          <a:p>
            <a:pPr indent="-285750" lvl="0" marL="285750" marR="0" rtl="0" algn="just">
              <a:lnSpc>
                <a:spcPct val="2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</a:pPr>
            <a:r>
              <a:rPr b="1"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Team Name (Registered on portal)</a:t>
            </a:r>
            <a:endParaRPr b="1" sz="24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94" name="Google Shape;94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4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p14"/>
          <p:cNvSpPr txBox="1"/>
          <p:nvPr>
            <p:ph type="title"/>
          </p:nvPr>
        </p:nvSpPr>
        <p:spPr>
          <a:xfrm>
            <a:off x="182998" y="0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b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</a:b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IDEA TITLE</a:t>
            </a:r>
            <a:endParaRPr/>
          </a:p>
        </p:txBody>
      </p:sp>
      <p:sp>
        <p:nvSpPr>
          <p:cNvPr id="102" name="Google Shape;102;p14"/>
          <p:cNvSpPr txBox="1"/>
          <p:nvPr/>
        </p:nvSpPr>
        <p:spPr>
          <a:xfrm>
            <a:off x="-1" y="2064921"/>
            <a:ext cx="12191999" cy="249299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200"/>
              <a:buFont typeface="Noto Sans Symbols"/>
              <a:buChar char="❖"/>
            </a:pPr>
            <a:r>
              <a:rPr b="1" lang="en-US" sz="3200" u="sng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rPr>
              <a:t>Proposed Solution (Describe your Idea/Solution/Prototype)</a:t>
            </a:r>
            <a:endParaRPr sz="3200" u="sng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15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t/>
            </a:r>
            <a:endParaRPr sz="2000" u="sng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215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None/>
            </a:pPr>
            <a:r>
              <a:t/>
            </a:r>
            <a:endParaRPr sz="2000" u="sng">
              <a:solidFill>
                <a:schemeClr val="dk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Detailed explanation of the proposed solution</a:t>
            </a:r>
            <a:endParaRPr/>
          </a:p>
          <a:p>
            <a:pPr indent="-342900" lvl="0" marL="3429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How it addresses the problem</a:t>
            </a:r>
            <a:endParaRPr/>
          </a:p>
          <a:p>
            <a:pPr indent="-342900" lvl="0" marL="342900" marR="0" rtl="0" algn="just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Innovation and uniqueness of the solution </a:t>
            </a:r>
            <a:endParaRPr/>
          </a:p>
        </p:txBody>
      </p:sp>
      <p:sp>
        <p:nvSpPr>
          <p:cNvPr id="103" name="Google Shape;103;p14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-US">
                <a:solidFill>
                  <a:schemeClr val="lt1"/>
                </a:solidFill>
              </a:rPr>
              <a:t>‹#›</a:t>
            </a:fld>
            <a:endParaRPr b="1">
              <a:solidFill>
                <a:schemeClr val="lt1"/>
              </a:solidFill>
            </a:endParaRPr>
          </a:p>
        </p:txBody>
      </p:sp>
      <p:sp>
        <p:nvSpPr>
          <p:cNvPr id="104" name="Google Shape;104;p14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</a:rPr>
              <a:t>@SIH Idea submission- Template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descr="Your startup LOGO" id="105" name="Google Shape;105;p14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Your Team Name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06" name="Google Shape;106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5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p15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TECHNICAL APPROACH</a:t>
            </a:r>
            <a:endParaRPr/>
          </a:p>
        </p:txBody>
      </p:sp>
      <p:sp>
        <p:nvSpPr>
          <p:cNvPr id="115" name="Google Shape;115;p15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1" lang="en-US">
                <a:solidFill>
                  <a:schemeClr val="lt1"/>
                </a:solidFill>
              </a:rPr>
              <a:t>‹#›</a:t>
            </a:fld>
            <a:endParaRPr b="1">
              <a:solidFill>
                <a:schemeClr val="lt1"/>
              </a:solidFill>
            </a:endParaRPr>
          </a:p>
        </p:txBody>
      </p:sp>
      <p:sp>
        <p:nvSpPr>
          <p:cNvPr id="116" name="Google Shape;116;p15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lt1"/>
                </a:solidFill>
              </a:rPr>
              <a:t>@SIH Idea submission- Template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descr="Your startup LOGO" id="117" name="Google Shape;117;p15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Your Team Name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18" name="Google Shape;118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9" name="Picture 118" descr="technical_approach_h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624" y="1207008"/>
            <a:ext cx="11338560" cy="5010912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4" name="Google Shape;124;p16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5" name="Google Shape;125;p16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FEASIBILITY AND VIABILITY</a:t>
            </a:r>
            <a:endParaRPr/>
          </a:p>
        </p:txBody>
      </p:sp>
      <p:sp>
        <p:nvSpPr>
          <p:cNvPr id="126" name="Google Shape;126;p16"/>
          <p:cNvSpPr txBox="1"/>
          <p:nvPr/>
        </p:nvSpPr>
        <p:spPr>
          <a:xfrm>
            <a:off x="609600" y="2533653"/>
            <a:ext cx="9385300" cy="13849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Analysis of the feasibility of the idea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3429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Potential challenges and risks</a:t>
            </a:r>
            <a:endParaRPr/>
          </a:p>
          <a:p>
            <a:pPr indent="-342900" lvl="0" marL="3429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</a:pPr>
            <a:r>
              <a:rPr b="0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Strategies</a:t>
            </a:r>
            <a:r>
              <a:rPr b="0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for overcoming these challenges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7" name="Google Shape;127;p16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28" name="Google Shape;128;p16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@SIH Idea submission- Template</a:t>
            </a:r>
            <a:endParaRPr b="0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descr="Your startup LOGO" id="129" name="Google Shape;129;p16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Your Team Name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30" name="Google Shape;130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17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7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IMPACT AND BENEFITS</a:t>
            </a:r>
            <a:endParaRPr/>
          </a:p>
        </p:txBody>
      </p:sp>
      <p:sp>
        <p:nvSpPr>
          <p:cNvPr id="138" name="Google Shape;138;p17"/>
          <p:cNvSpPr txBox="1"/>
          <p:nvPr/>
        </p:nvSpPr>
        <p:spPr>
          <a:xfrm>
            <a:off x="609600" y="2533653"/>
            <a:ext cx="9385300" cy="138499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</a:pPr>
            <a:r>
              <a:rPr b="0" i="0" lang="en-US" sz="2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Potential impact on the target audience</a:t>
            </a:r>
            <a:endParaRPr/>
          </a:p>
          <a:p>
            <a:pPr indent="-342900" lvl="0" marL="3429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Benefits of the solution (social, economic, environmental, etc.)</a:t>
            </a:r>
            <a:endParaRPr/>
          </a:p>
        </p:txBody>
      </p:sp>
      <p:sp>
        <p:nvSpPr>
          <p:cNvPr id="139" name="Google Shape;139;p17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40" name="Google Shape;140;p17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@SIH Idea submission- Template</a:t>
            </a:r>
            <a:endParaRPr b="0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descr="Your startup LOGO" id="141" name="Google Shape;141;p17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Your Team Name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42" name="Google Shape;142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18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8"/>
          <p:cNvSpPr txBox="1"/>
          <p:nvPr>
            <p:ph type="title"/>
          </p:nvPr>
        </p:nvSpPr>
        <p:spPr>
          <a:xfrm>
            <a:off x="609600" y="-47625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latin typeface="Times New Roman"/>
                <a:ea typeface="Times New Roman"/>
                <a:cs typeface="Times New Roman"/>
                <a:sym typeface="Times New Roman"/>
              </a:rPr>
              <a:t>RESEARCH  AND REFERENCES</a:t>
            </a:r>
            <a:endParaRPr/>
          </a:p>
        </p:txBody>
      </p:sp>
      <p:sp>
        <p:nvSpPr>
          <p:cNvPr id="150" name="Google Shape;150;p18"/>
          <p:cNvSpPr txBox="1"/>
          <p:nvPr/>
        </p:nvSpPr>
        <p:spPr>
          <a:xfrm>
            <a:off x="609600" y="2795263"/>
            <a:ext cx="9385300" cy="5232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-342900" lvl="0" marL="342900" marR="0" rtl="0" algn="just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Char char="•"/>
            </a:pPr>
            <a:r>
              <a:rPr lang="en-US" sz="280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Details / Links of the reference and research work</a:t>
            </a:r>
            <a:endParaRPr b="0" i="0" sz="2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1" name="Google Shape;151;p18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52" name="Google Shape;152;p18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@SIH Idea submission- Template</a:t>
            </a:r>
            <a:endParaRPr b="0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descr="Your startup LOGO" id="153" name="Google Shape;153;p18"/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chemeClr val="lt1"/>
          </a:solidFill>
          <a:ln cap="flat" cmpd="sng" w="25400">
            <a:solidFill>
              <a:schemeClr val="accent4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Your Team Name</a:t>
            </a:r>
            <a:endParaRPr sz="180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154" name="Google Shape;154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19"/>
          <p:cNvSpPr/>
          <p:nvPr/>
        </p:nvSpPr>
        <p:spPr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>
            <a:noFill/>
          </a:ln>
          <a:effectLst>
            <a:outerShdw rotWithShape="0" dir="5400000" dist="23000">
              <a:srgbClr val="80808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0" i="0" sz="1800" u="none" cap="none" strike="noStrike">
              <a:solidFill>
                <a:srgbClr val="95373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19"/>
          <p:cNvSpPr txBox="1"/>
          <p:nvPr>
            <p:ph idx="12" type="sldNum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fld id="{00000000-1234-1234-1234-123412341234}" type="slidenum">
              <a:rPr b="1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‹#›</a:t>
            </a:fld>
            <a:endParaRPr b="1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62" name="Google Shape;162;p19"/>
          <p:cNvSpPr txBox="1"/>
          <p:nvPr>
            <p:ph idx="11" type="ftr"/>
          </p:nvPr>
        </p:nvSpPr>
        <p:spPr>
          <a:xfrm>
            <a:off x="4648200" y="6356353"/>
            <a:ext cx="32040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200"/>
              <a:buFont typeface="Oswald"/>
              <a:buNone/>
            </a:pPr>
            <a:r>
              <a:rPr b="0" i="0" lang="en-US" sz="1200" u="none" cap="none" strike="noStrike">
                <a:solidFill>
                  <a:srgbClr val="FFFFFF"/>
                </a:solidFill>
                <a:latin typeface="Oswald"/>
                <a:ea typeface="Oswald"/>
                <a:cs typeface="Oswald"/>
                <a:sym typeface="Oswald"/>
              </a:rPr>
              <a:t>@SIH Idea submission- Template</a:t>
            </a:r>
            <a:endParaRPr b="0" i="0" sz="1200" u="none" cap="none" strike="noStrike">
              <a:solidFill>
                <a:srgbClr val="FFFFFF"/>
              </a:solidFill>
              <a:latin typeface="Oswald"/>
              <a:ea typeface="Oswald"/>
              <a:cs typeface="Oswald"/>
              <a:sym typeface="Oswald"/>
            </a:endParaRPr>
          </a:p>
        </p:txBody>
      </p:sp>
      <p:sp>
        <p:nvSpPr>
          <p:cNvPr id="163" name="Google Shape;163;p19"/>
          <p:cNvSpPr/>
          <p:nvPr/>
        </p:nvSpPr>
        <p:spPr>
          <a:xfrm>
            <a:off x="0" y="1791032"/>
            <a:ext cx="12192000" cy="4319200"/>
          </a:xfrm>
          <a:prstGeom prst="round2DiagRect">
            <a:avLst>
              <a:gd fmla="val 16667" name="adj1"/>
              <a:gd fmla="val 0" name="adj2"/>
            </a:avLst>
          </a:prstGeom>
          <a:solidFill>
            <a:srgbClr val="DAE5F1"/>
          </a:solidFill>
          <a:ln cap="flat" cmpd="sng" w="38100">
            <a:solidFill>
              <a:srgbClr val="4A7DBA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4" name="Google Shape;164;p19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514350" lvl="0" marL="514350" marR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Kindly keep the maximum slides limit up to six </a:t>
            </a:r>
            <a:r>
              <a:rPr b="1" i="0" lang="en-US" sz="18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(6). </a:t>
            </a: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( Including the title slide) </a:t>
            </a:r>
            <a:endParaRPr b="1"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Try to avoid paragraphs and post your idea in points /diagrams / Infographics /pictures </a:t>
            </a:r>
            <a:endParaRPr b="1"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Keep your explanation precise and easy to understand</a:t>
            </a:r>
            <a:endParaRPr b="1"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Idea should be unique and novel. </a:t>
            </a:r>
            <a:endParaRPr b="1"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You can only use provided </a:t>
            </a:r>
            <a:r>
              <a:rPr b="1"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template</a:t>
            </a: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for making the </a:t>
            </a:r>
            <a:r>
              <a:rPr b="1"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PPT</a:t>
            </a: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without changing the idea details pointers (mentioned in previous slides).</a:t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514350" lvl="0" marL="51435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AutoNum type="arabicPeriod"/>
            </a:pPr>
            <a:r>
              <a:rPr b="1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You need to save the file in PDF and upload the same on portal. No PPT, Word Doc or any other format will be supported.</a:t>
            </a:r>
            <a:endParaRPr b="1"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9885" lvl="0" marL="51435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Calibri"/>
              <a:buNone/>
            </a:pPr>
            <a:r>
              <a:t/>
            </a:r>
            <a:endParaRPr b="1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rPr b="1" i="0" lang="en-US" sz="1800" u="none" cap="none" strike="noStrike">
                <a:solidFill>
                  <a:srgbClr val="C00000"/>
                </a:solidFill>
                <a:latin typeface="Arial"/>
                <a:ea typeface="Arial"/>
                <a:cs typeface="Arial"/>
                <a:sym typeface="Arial"/>
              </a:rPr>
              <a:t>Note - You can delete this slide (Important Pointers) when you upload the details of your idea on SIH portal.</a:t>
            </a:r>
            <a:endParaRPr b="1" sz="1800">
              <a:solidFill>
                <a:srgbClr val="C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16230" lvl="1" marL="914400" marR="0" rtl="0" algn="just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</a:pPr>
            <a:r>
              <a:t/>
            </a:r>
            <a:endParaRPr b="1" i="0" sz="20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19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36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IMPORTANT INSTRUCTIONS</a:t>
            </a:r>
            <a:endParaRPr b="1" sz="36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  <p:sp>
        <p:nvSpPr>
          <p:cNvPr id="166" name="Google Shape;166;p19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Please ensure below pointers are met while submitting the Idea PPT:</a:t>
            </a:r>
            <a:endParaRPr b="1"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67" name="Google Shape;167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9780086" y="1500"/>
            <a:ext cx="2249850" cy="10623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