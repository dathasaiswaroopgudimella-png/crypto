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  <p:sldId id="297" r:id="rId8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AD5E37-E7C3-8F2A-4F85-0128ED8A6B02}" v="139" dt="2026-09-04T06:25:46.917"/>
    <p1510:client id="{97A70D95-267F-7D32-5C9D-97C37C2EAE77}" v="6" dt="2026-09-04T05:58:07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2160"/>
        <p:guide pos="384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microsoft.com/office/2016/11/relationships/changesInfo" Target="changesInfos/changesInfo1.xml"/><Relationship Id="rId1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BAD5E37-E7C3-8F2A-4F85-0128ED8A6B02}"/>
    <pc:docChg chg="modSld">
      <pc:chgData name="Guest User" userId="" providerId="Windows Live" clId="Web-{6BAD5E37-E7C3-8F2A-4F85-0128ED8A6B02}" dt="2026-09-04T06:25:46.917" v="90" actId="20577"/>
      <pc:docMkLst>
        <pc:docMk/>
      </pc:docMkLst>
      <pc:sldChg chg="addSp delSp modSp">
        <pc:chgData name="Guest User" userId="" providerId="Windows Live" clId="Web-{6BAD5E37-E7C3-8F2A-4F85-0128ED8A6B02}" dt="2026-09-04T06:25:46.917" v="90" actId="20577"/>
        <pc:sldMkLst>
          <pc:docMk/>
          <pc:sldMk cId="0" sldId="291"/>
        </pc:sldMkLst>
        <pc:spChg chg="mod">
          <ac:chgData name="Guest User" userId="" providerId="Windows Live" clId="Web-{6BAD5E37-E7C3-8F2A-4F85-0128ED8A6B02}" dt="2026-09-04T05:54:29.400" v="75" actId="14100"/>
          <ac:spMkLst>
            <pc:docMk/>
            <pc:sldMk cId="0" sldId="291"/>
            <ac:spMk id="4" creationId="{00000000-0000-0000-0000-000000000000}"/>
          </ac:spMkLst>
        </pc:spChg>
        <pc:spChg chg="mod">
          <ac:chgData name="Guest User" userId="" providerId="Windows Live" clId="Web-{6BAD5E37-E7C3-8F2A-4F85-0128ED8A6B02}" dt="2026-09-04T06:25:46.917" v="90" actId="20577"/>
          <ac:spMkLst>
            <pc:docMk/>
            <pc:sldMk cId="0" sldId="291"/>
            <ac:spMk id="10" creationId="{00000000-0000-0000-0000-000000000000}"/>
          </ac:spMkLst>
        </pc:spChg>
        <pc:graphicFrameChg chg="add del mod modGraphic">
          <ac:chgData name="Guest User" userId="" providerId="Windows Live" clId="Web-{6BAD5E37-E7C3-8F2A-4F85-0128ED8A6B02}" dt="2026-09-04T05:52:11.379" v="37"/>
          <ac:graphicFrameMkLst>
            <pc:docMk/>
            <pc:sldMk cId="0" sldId="291"/>
            <ac:graphicFrameMk id="6" creationId="{D00EE256-7387-9B1B-285F-4F1F8F529CE4}"/>
          </ac:graphicFrameMkLst>
        </pc:graphicFrameChg>
      </pc:sldChg>
    </pc:docChg>
  </pc:docChgLst>
  <pc:docChgLst>
    <pc:chgData name="Guest User" providerId="Windows Live" clId="Web-{97A70D95-267F-7D32-5C9D-97C37C2EAE77}"/>
    <pc:docChg chg="modSld">
      <pc:chgData name="Guest User" userId="" providerId="Windows Live" clId="Web-{97A70D95-267F-7D32-5C9D-97C37C2EAE77}" dt="2026-09-04T05:58:07.699" v="4"/>
      <pc:docMkLst>
        <pc:docMk/>
      </pc:docMkLst>
      <pc:sldChg chg="delSp modSp">
        <pc:chgData name="Guest User" userId="" providerId="Windows Live" clId="Web-{97A70D95-267F-7D32-5C9D-97C37C2EAE77}" dt="2026-09-04T05:58:07.699" v="4"/>
        <pc:sldMkLst>
          <pc:docMk/>
          <pc:sldMk cId="0" sldId="291"/>
        </pc:sldMkLst>
        <pc:spChg chg="del mod">
          <ac:chgData name="Guest User" userId="" providerId="Windows Live" clId="Web-{97A70D95-267F-7D32-5C9D-97C37C2EAE77}" dt="2026-09-04T05:58:07.699" v="4"/>
          <ac:spMkLst>
            <pc:docMk/>
            <pc:sldMk cId="0" sldId="291"/>
            <ac:spMk id="4" creationId="{00000000-0000-0000-0000-000000000000}"/>
          </ac:spMkLst>
        </pc:spChg>
      </pc:sldChg>
    </pc:docChg>
  </pc:docChgLst>
  <pc:docChgLst>
    <pc:chgData clId="Web-{97A70D95-267F-7D32-5C9D-97C37C2EAE77}"/>
    <pc:docChg chg="modSld">
      <pc:chgData name="" userId="" providerId="" clId="Web-{97A70D95-267F-7D32-5C9D-97C37C2EAE77}" dt="2026-09-04T05:55:25.976" v="0" actId="14100"/>
      <pc:docMkLst>
        <pc:docMk/>
      </pc:docMkLst>
      <pc:sldChg chg="modSp">
        <pc:chgData name="" userId="" providerId="" clId="Web-{97A70D95-267F-7D32-5C9D-97C37C2EAE77}" dt="2026-09-04T05:55:25.976" v="0" actId="14100"/>
        <pc:sldMkLst>
          <pc:docMk/>
          <pc:sldMk cId="0" sldId="291"/>
        </pc:sldMkLst>
        <pc:spChg chg="mod">
          <ac:chgData name="" userId="" providerId="" clId="Web-{97A70D95-267F-7D32-5C9D-97C37C2EAE77}" dt="2026-09-04T05:55:25.976" v="0" actId="14100"/>
          <ac:spMkLst>
            <pc:docMk/>
            <pc:sldMk cId="0" sldId="291"/>
            <ac:spMk id="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9/3/2026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9/3/2026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9/3/2026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9/3/2026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9/3/2026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9/3/2026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>
                <a:solidFill>
                  <a:schemeClr val="tx2"/>
                </a:solidFill>
                <a:latin typeface="Garamond" panose="02020404030301010803" pitchFamily="18" charset="0"/>
              </a:rPr>
              <a:t>SMART INDIA HACKATHON 2026</a:t>
            </a:r>
            <a:endParaRPr lang="en-IN" sz="4000" b="1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19891" y="1066357"/>
            <a:ext cx="5924550" cy="5425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endParaRPr lang="en-US"/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ID –</a:t>
            </a:r>
            <a:r>
              <a:rPr lang="en-US" sz="2400" b="1" dirty="0">
                <a:solidFill>
                  <a:srgbClr val="212529"/>
                </a:solidFill>
                <a:latin typeface="Arial"/>
                <a:ea typeface="Calibri"/>
                <a:cs typeface="Arial"/>
              </a:rPr>
              <a:t>SIH26183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Problem Statement Title-</a:t>
            </a:r>
            <a:r>
              <a:rPr lang="en-US" sz="1200" b="1" dirty="0">
                <a:highlight>
                  <a:srgbClr val="FFFFFF"/>
                </a:highlight>
                <a:latin typeface="Arial"/>
                <a:ea typeface="Calibri"/>
                <a:cs typeface="Arial"/>
              </a:rPr>
              <a:t>Automated Attribution of Unknown Cryptocurrency Wallets to Nearest Virtual Asset Service Providers (VASPs) through Blockchain Intelligence APIs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Theme-Ministry of Home Affairs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PS Category- Software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ID-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/>
                <a:ea typeface="ＭＳ Ｐゴシック"/>
                <a:cs typeface="Arial"/>
              </a:rPr>
              <a:t>Team Name (Registered on portal)</a:t>
            </a:r>
            <a:endParaRPr lang="en-IN" sz="2400" b="1" dirty="0">
              <a:latin typeface="Arial"/>
              <a:ea typeface="ＭＳ Ｐゴシック"/>
              <a:cs typeface="Arial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b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-1" y="2064921"/>
            <a:ext cx="12191999" cy="24929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v"/>
            </a:pPr>
            <a:r>
              <a:rPr lang="en-US" sz="3200" b="1" u="sng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Proposed Solution (Describe your Idea/Solution/Prototype)</a:t>
            </a:r>
            <a:endParaRPr lang="en-US" sz="32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u="sng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Detailed explanation of the proposed solution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 How it addresses the problem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800">
                <a:latin typeface="Arial" pitchFamily="34" charset="0"/>
                <a:cs typeface="Arial" pitchFamily="34" charset="0"/>
              </a:rPr>
              <a:t>Innovation and uniqueness of the solution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" y="1106424"/>
            <a:ext cx="11603736" cy="517550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Analysis of the feasibility of the idea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Potential challenges and risks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Strategies</a:t>
            </a:r>
            <a:r>
              <a:rPr kumimoji="0" lang="en-US" sz="2800" b="0" i="0" u="none" strike="noStrike" kern="1200" cap="none" spc="0" normalizeH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 for overcoming these challenges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533653"/>
            <a:ext cx="9385300" cy="13849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ＭＳ Ｐゴシック" pitchFamily="1" charset="-128"/>
                <a:cs typeface="Arial" pitchFamily="34" charset="0"/>
              </a:rPr>
              <a:t>Potential impact on the target audience</a:t>
            </a:r>
          </a:p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Benefits of the solution (social, economic, environmental, etc.)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09600" y="2795263"/>
            <a:ext cx="9385300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800" noProof="0">
                <a:solidFill>
                  <a:prstClr val="black"/>
                </a:solidFill>
                <a:latin typeface="Arial" pitchFamily="34" charset="0"/>
                <a:cs typeface="Arial" pitchFamily="34" charset="0"/>
              </a:rPr>
              <a:t>Details / Links of the reference and research work</a:t>
            </a: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/>
              <a:t>Your Team Name</a:t>
            </a:r>
            <a:endParaRPr lang="en-I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title slide)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7</Slides>
  <Notes>6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8" baseType="lpstr"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revision>6</cp:revision>
  <dcterms:created xsi:type="dcterms:W3CDTF">2013-12-12T18:46:50Z</dcterms:created>
  <dcterms:modified xsi:type="dcterms:W3CDTF">2026-09-04T06:25:50Z</dcterms:modified>
  <cp:category/>
</cp:coreProperties>
</file>