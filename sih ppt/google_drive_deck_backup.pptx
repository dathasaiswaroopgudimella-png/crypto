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31286" y="2076450"/>
            <a:ext cx="59247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–SIH26183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Software/Hardware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(Registered on portal)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-1" y="2064921"/>
            <a:ext cx="12191999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b="1" lang="en-US" sz="32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(Describe your Idea/Solution/Prototype)</a:t>
            </a:r>
            <a:endParaRPr sz="32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  <a:endParaRPr/>
          </a:p>
        </p:txBody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5" name="Google Shape;105;p1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09600" y="2533653"/>
            <a:ext cx="93853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  <a:endParaRPr/>
          </a:p>
        </p:txBody>
      </p:sp>
      <p:sp>
        <p:nvSpPr>
          <p:cNvPr id="115" name="Google Shape;115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17" name="Google Shape;117;p1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overcoming these challenges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29" name="Google Shape;129;p1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/>
          </a:p>
        </p:txBody>
      </p:sp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1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41" name="Google Shape;141;p17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09600" y="2795263"/>
            <a:ext cx="93853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3" name="Google Shape;153;p18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19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DAE5F1"/>
          </a:solidFill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making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without changing the idea details pointers (mentioned in previous slides).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PDF and upload the same on portal. No PPT, Word Doc or any other format will be supported.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885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 on SIH portal.</a:t>
            </a:r>
            <a:endParaRPr b="1"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230" lvl="1" marL="9144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