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33" name="Google Shape;13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45" name="Google Shape;14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57" name="Google Shape;15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5656780" y="851521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59916" t="0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>
            <p:ph idx="1" type="subTitle"/>
          </p:nvPr>
        </p:nvSpPr>
        <p:spPr>
          <a:xfrm>
            <a:off x="1245686" y="64861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t/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3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31286" y="2076450"/>
            <a:ext cx="59247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ID –SIH26183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Title-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Theme-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 Category- Software/Hardware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ID-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Name (Registered on portal)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b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IDEA TITLE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-1" y="2064921"/>
            <a:ext cx="12191999" cy="24929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Noto Sans Symbols"/>
              <a:buChar char="❖"/>
            </a:pPr>
            <a:r>
              <a:rPr b="1" lang="en-US" sz="3200" u="sng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Proposed Solution (Describe your Idea/Solution/Prototype)</a:t>
            </a:r>
            <a:endParaRPr sz="32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Detailed explanation of the proposed solution</a:t>
            </a:r>
            <a:endParaRPr/>
          </a:p>
          <a:p>
            <a:pPr indent="-342900" lvl="0" marL="3429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How it addresses the problem</a:t>
            </a:r>
            <a:endParaRPr/>
          </a:p>
          <a:p>
            <a:pPr indent="-342900" lvl="0" marL="3429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Innovation and uniqueness of the solution </a:t>
            </a:r>
            <a:endParaRPr/>
          </a:p>
        </p:txBody>
      </p:sp>
      <p:sp>
        <p:nvSpPr>
          <p:cNvPr id="103" name="Google Shape;103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4" name="Google Shape;104;p14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05" name="Google Shape;105;p14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5" name="Google Shape;115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16" name="Google Shape;116;p15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17" name="Google Shape;117;p15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Picture 118" descr="technical_approach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188720"/>
            <a:ext cx="1142085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609600" y="2533653"/>
            <a:ext cx="9385300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Analysis of the feasibility of the idea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Potential challenges and risks</a:t>
            </a:r>
            <a:endParaRPr/>
          </a:p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Strategies</a:t>
            </a: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for overcoming these challenges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8" name="Google Shape;128;p16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29" name="Google Shape;129;p16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7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09600" y="2533653"/>
            <a:ext cx="9385300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Potential impact on the target audience</a:t>
            </a:r>
            <a:endParaRPr/>
          </a:p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Benefits of the solution (social, economic, environmental, etc.)</a:t>
            </a:r>
            <a:endParaRPr/>
          </a:p>
        </p:txBody>
      </p:sp>
      <p:sp>
        <p:nvSpPr>
          <p:cNvPr id="139" name="Google Shape;139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0" name="Google Shape;140;p17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41" name="Google Shape;141;p17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8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8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50" name="Google Shape;150;p18"/>
          <p:cNvSpPr txBox="1"/>
          <p:nvPr/>
        </p:nvSpPr>
        <p:spPr>
          <a:xfrm>
            <a:off x="609600" y="2795263"/>
            <a:ext cx="93853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Details / Links of the reference and research work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2" name="Google Shape;152;p18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3" name="Google Shape;153;p18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9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62" name="Google Shape;162;p19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0" y="1791032"/>
            <a:ext cx="12192000" cy="4319200"/>
          </a:xfrm>
          <a:prstGeom prst="round2DiagRect">
            <a:avLst>
              <a:gd fmla="val 16667" name="adj1"/>
              <a:gd fmla="val 0" name="adj2"/>
            </a:avLst>
          </a:prstGeom>
          <a:solidFill>
            <a:srgbClr val="DAE5F1"/>
          </a:solidFill>
          <a:ln cap="flat" cmpd="sng" w="38100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9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514350" lvl="0" marL="514350" marR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Kindly keep the maximum slides limit up to six </a:t>
            </a:r>
            <a:r>
              <a:rPr b="1" i="0" lang="en-US" sz="18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(6). 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 Including the title slide) 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Try to avoid paragraphs and post your idea in points /diagrams / Infographics /pictures 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Keep your explanation precise and easy to understand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Idea should be unique and novel. 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can only use provided </a:t>
            </a: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template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making the </a:t>
            </a: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PPT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without changing the idea details pointers (mentioned in previous slides).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need to save the file in PDF and upload the same on portal. No PPT, Word Doc or any other format will be supported.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885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Note - You can delete this slide (Important Pointers) when you upload the details of your idea on SIH portal.</a:t>
            </a:r>
            <a:endParaRPr b="1" sz="18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6230" lvl="1" marL="914400" marR="0" rtl="0" algn="just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t/>
            </a:r>
            <a:endParaRPr b="1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9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IMPORTANT INSTRUCTIONS</a:t>
            </a:r>
            <a:endParaRPr b="1" sz="3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6" name="Google Shape;166;p19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Please ensure below pointers are met while submitting the Idea PPT: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Google Shape;16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